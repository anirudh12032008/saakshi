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[0:00–0:15] Open cold. NEET-UG 2026: held 3 May, cancelled 12 May for about 22.79 lakh candidates; the leaked guess paper had roughly a 45-hour head start. NEET goes CBT from 2027 — about 22 lakh candidates are about to go through exactly the pipeline we hardened.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[0:15–0:30] The problem is not just leaks — it is that we cannot contain or prove anything, so every incident escalates to "re-test everyone". 2024: only 813 of 1,563 took the re-test. The new law gives 2+3 months to investigate and try — that needs court-grade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[0:30–0:40] Our promise is deliberately honest: we never claim cheat-proof or zero failures. We claim recoverable, contained, provable — and the next five slides are measured proof of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[0:40–0:55] Seat to relay to three independent data-centre cells to control. The relay at the centre is treated as hostile: it cannot read answers or forge a tick. The witness is built and cosigns the log, but in the demo it runs on the same host as control, so it is not yet independent custody — we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[0:55–1:10] Act 1. The gate blocks by name, names the tool, and turns green once closed. Accessibility tools are allowed. Face presence runs on the device — no video, no recognition — and every flag goes to a human. Honest limit: name matching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[1:10–1:25] Act 2. Prediction first: SYNC_LAG raised 1.0 to 1.9 seconds before the cut across three runs — on our drill, not real WAN. Split custody: 2 of 3. The offline code is scoped to one centre and shift, and survives phone dictation.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[1:25–1:45] Act 3, the wow moment. A judge kills Data Centre 2 and deletes its database. The P1 card shows the blast radius; candidates keep answering; it rebuilds from the relays and closes with answers lost 0 — 6,593 entries sent, verified and stored. Chaos runs: RTO 1.3 to 1.9 s, RPO 0. Scale caveat stated.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[1:45–2:00] Act 4. A rogue DBA runs an UPDATE. The audit locates it and /verify shows the candidate what the seat actually committed. Every one of 1,000 single-byte flips is located. Evidence pack is one click; we do not claim court admissibility.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[2:00–2:20] Act 5. On the full 20k run — 19,811 live candidates, 1,981,100 rows — the engine re-tests 225, re-conducts 3 centres and spares 18,994. Rupee figure uses an illustrative 1,500 per candidate. Honest FPR 0% out of sample, on synthetic data. The headline equals the pinned golden.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[2:20–2:30] Fairness. First-time candidates have no history, so history can only corroborate an exam-based flag — tested against an adversarial registry. Look-alike groups are not flagged, and nothing is ever auto-penalised.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[2:30–2:40] We lead with our limits because a trust system that oversells is worthless. Everything on this slide is written in our threat model and claims ledger.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numbers, all from docs/evidence. One Mac, loopback, synthetic G1 cohort at 20,000 candidates. Bytes per candidate-hour extrapolates a 60-second window and is not a real exam duty cycle. Seat CPU and memory cover the Node main process only. Chaos: 20 of 20 runs passed, 16,000 sent and stored, RTO medians 1.22 to 1.23 s for kill and wipe and 0.955 s for spare relay.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[2:40–2:50] Close. We are not asking NTA to buy our software; we are offering a protocol and a conformance kit to write into the RFP. Cost per candidate is a Stage 7 measurement — we will not quote a number we have not measured.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[2:50–3:00] Every one of the 12 focus areas maps to features, code and tests in traceability.md — seven built, five partly built with the remaining stage named. Thank you — happy to break anything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साक्षी  Saakshi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NEET-UG 2026 was cancelled nine days after 22.79 lakh candidates sat it.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26517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27614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May → 12 May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401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held, then cancelled after a leak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26517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27614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 hours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3401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start the leaked "guess paper" had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26517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3640" y="27614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CBT from 2027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34015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moves to computer-based testing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docs/research.md (Outlook, Gulf News, SCC Online, MedicalDialogues, Wikipedia).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failure becomes a nationwide re-test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NEET-UG 2024: 1,563 candidates got grace marks; they were scrapped, a re-test offered, and only 813 took 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Supreme Court called the 2024 leak localised (~155 beneficiaries) — but had no fine-grained evidence to separate them.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paper sets sent to centres, papers moved by e-rickshaw, weak CCTV (recorded by the Court).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 needs ~22 lakh seats vs 2–2.5 lakh CBT seats per session: multi-shift, so fairness evidence is core.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943600" y="118872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80760" y="12984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813 / 1,563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080760" y="19385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the 2024 re-test they were offered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943600" y="2697480"/>
            <a:ext cx="274320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080760" y="28072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months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344728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investigate + try under the 2026 Amendment Bill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docs/research.md (SCC Online, PW, Upstox, Vajiram).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"zero failures". Every failure is: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48640" cy="548640"/>
          </a:xfrm>
          <a:prstGeom prst="ellipse">
            <a:avLst/>
          </a:prstGeom>
          <a:solidFill>
            <a:srgbClr val="E07A1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Recoverable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4320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acknowledged answer is ever lost — seat, relay and data centre can each die.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91840" y="1463040"/>
            <a:ext cx="548640" cy="548640"/>
          </a:xfrm>
          <a:prstGeom prst="ellipse">
            <a:avLst/>
          </a:prstGeom>
          <a:solidFill>
            <a:srgbClr val="E07A1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Contained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74320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 radius is shown live; only the harmed candidates are re-tested.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48640" cy="548640"/>
          </a:xfrm>
          <a:prstGeom prst="ellipse">
            <a:avLst/>
          </a:prstGeom>
          <a:solidFill>
            <a:srgbClr val="E07A1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12648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126480" y="219456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Provable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74320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Tamper-evident records every candidate can verify offline.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parts, each distrusting the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every answer;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working offline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67712" y="1965960"/>
            <a:ext cx="274320" cy="274320"/>
          </a:xfrm>
          <a:prstGeom prst="rightArrow">
            <a:avLst/>
          </a:prstGeom>
          <a:solidFill>
            <a:srgbClr val="E07A1F"/>
          </a:solidFill>
          <a:ln/>
        </p:spPr>
      </p:sp>
      <p:sp>
        <p:nvSpPr>
          <p:cNvPr id="7" name="Shape 5"/>
          <p:cNvSpPr/>
          <p:nvPr/>
        </p:nvSpPr>
        <p:spPr>
          <a:xfrm>
            <a:off x="256032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FCEBD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5176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Centre relay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Untrusted: stores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forwards, cannot read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965960"/>
            <a:ext cx="274320" cy="274320"/>
          </a:xfrm>
          <a:prstGeom prst="rightArrow">
            <a:avLst/>
          </a:prstGeom>
          <a:solidFill>
            <a:srgbClr val="E07A1F"/>
          </a:solidFill>
          <a:ln/>
        </p:spPr>
      </p:sp>
      <p:sp>
        <p:nvSpPr>
          <p:cNvPr id="11" name="Shape 9"/>
          <p:cNvSpPr/>
          <p:nvPr/>
        </p:nvSpPr>
        <p:spPr>
          <a:xfrm>
            <a:off x="466344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75488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Cells ×3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Verify, commit,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countersign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73952" y="1965960"/>
            <a:ext cx="274320" cy="274320"/>
          </a:xfrm>
          <a:prstGeom prst="rightArrow">
            <a:avLst/>
          </a:prstGeom>
          <a:solidFill>
            <a:srgbClr val="E07A1F"/>
          </a:solidFill>
          <a:ln/>
        </p:spPr>
      </p:sp>
      <p:sp>
        <p:nvSpPr>
          <p:cNvPr id="15" name="Shape 13"/>
          <p:cNvSpPr/>
          <p:nvPr/>
        </p:nvSpPr>
        <p:spPr>
          <a:xfrm>
            <a:off x="6766560" y="1371600"/>
            <a:ext cx="1783080" cy="1463040"/>
          </a:xfrm>
          <a:prstGeom prst="roundRect">
            <a:avLst>
              <a:gd name="adj" fmla="val 5000"/>
            </a:avLst>
          </a:prstGeom>
          <a:solidFill>
            <a:srgbClr val="EEF1F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0" y="14630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0" y="19202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Custody, incidents,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Merkle log, analytics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3246120"/>
            <a:ext cx="178308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5B6475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6858000" y="32918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co-signs the log (Built; same host as control)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are WhatsApp-style ticks: ✓ relay has it, ✓✓ data centre has it, blue = countersigned.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keys are a two-key locker: any 2 of 3 custodians (NTA, NIC, observer).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1 · BEFORE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Risky seats caught before T0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 A running AnyDesk and an overlay tool → gate names both and blocks.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them, press Re-check → green; all three seats start.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Scribe seat: NVDA allowed; 2 faces expected, 3 faces raise one flag that a human reviewer clears.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In-exam AnyDesk → an integrity entry, never an auto-submit; the seat keeps answering.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760720" y="118872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97880" y="1298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2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named and blocked (AnyDesk, overlay-sim)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60720" y="260604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97880" y="2715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of 5 → 1 flag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33558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3-face samples → one face-extra flag, human-cleared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docs/evidence/stage5-act1.txt, stage5-gate-selftest.json. Limit: detection is by name matching only.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2 · T0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exam starts on time — even offline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degrade Centre 42's link: SYNC_LAG warns before the cut.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three custodians approve; one alone cannot release the paper.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superintendent types a phoned code: it unlocks only Centre 42, this shift. A typo or another centre's code fails.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T0 the paper is ciphertext on disk; a forged key from the relay is rejected.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760720" y="118872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897880" y="1298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1.0–1.9 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897880" y="1938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SYNC_LAG warning before the WAN cut (3 runs)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760720" y="2606040"/>
            <a:ext cx="292608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897880" y="271576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of 3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33558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custodians needed to release paper keys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docs/evidence/stage8-act2.txt (PASS, 308 candidates, 7 centres); claims-ledger P1–P4, D16. SYNC_LAG is proven on our chaos drill only, not real WAN data.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3 · DURING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pulled the plug on a data centre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943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D3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lost — P1 closed with lost 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6,593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entries: sent = verified = stored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6364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1.3–1.9 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time (RTO), RPO 0, 3 chaos runs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2 killed with SIGKILL and its database deleted; it rebuilt from the relays.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Candidates kept answering; the blast radius (1 cell · 2 centres · 100 candidates) was shown live.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spare relay took over with nothing lost.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docs/evidence/stage4-act3.txt, stage4-chaos.jsonl (8 seats × 100 entries, one Mac). Not measured: RPO/RTO at 20k over real WAN; power loss.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4 · AFTER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insider edits an answer. We catch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4754880" cy="1005840"/>
          </a:xfrm>
          <a:prstGeom prst="roundRect">
            <a:avLst>
              <a:gd name="adj" fmla="val 7273"/>
            </a:avLst>
          </a:prstGeom>
          <a:solidFill>
            <a:srgbClr val="FCEBD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Q17: record says C — the seat committed B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Receipt code computed on the seat at submit, like a UPI reference.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/verify is one offline 84 KB file: no network, no keys.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evidence pack with a BSA s.63 certificate template.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123444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715000" y="134416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1,000 / 1,000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715000" y="198424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one-byte flips located at their entry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577840" y="265176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EEF1F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276148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30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3401568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golden-vector self-checks on every /verify load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claims-ledger T1, T5, T9–T11, T14. Admissibility is not claimed; s.63 file is a template.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0" y="109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07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5 · DECIDE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harmed are re-tested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43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Re-tested 225 · Re-conducted 3 centres · Spared 18,994 · ₹ avoided 2,84,91,000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9436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19,811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candidates, 20k run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9748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1,981,100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rows analysed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0060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322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flags, each explained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66560" y="2057400"/>
            <a:ext cx="1920240" cy="1234440"/>
          </a:xfrm>
          <a:prstGeom prst="roundRect">
            <a:avLst>
              <a:gd name="adj" fmla="val 5926"/>
            </a:avLst>
          </a:prstGeom>
          <a:solidFill>
            <a:srgbClr val="1F2F5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03720" y="216712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807208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false-positive rate (G2)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runs on what actually flowed through the cells; the decision applies the NEET-2024 Supreme Court tier-1 test.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human signs the report hash. The signature records approval — it does not make the report correct.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docs/evidence/stage6-act5-full.txt; ledger D1–D2, D7, D9, D18. Synthetic cohorts; ₹1,500/candidate is an illustrative policy value.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corroborates. It never accuses.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44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Flags come from the exam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shows its reason, observed vs expected, and a p-value.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23444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34416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only annotates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73736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performance annotates flags already queued — never creates or escalates one (322 annotated, 55 corroborated).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Look-alikes protected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3832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Hindi-medium, PwD, rapid guessers and improvers are not flagged.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2880360"/>
            <a:ext cx="3931920" cy="1417320"/>
          </a:xfrm>
          <a:prstGeom prst="roundRect">
            <a:avLst>
              <a:gd name="adj" fmla="val 5161"/>
            </a:avLst>
          </a:prstGeom>
          <a:solidFill>
            <a:srgbClr val="EEF1F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29900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auto-penalised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3832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human decides; time is credited by the relay clock, capped at 30 min.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claims-ledger D4–D6, R11; docs/evidence/stage6-act5-full.txt. Proven on synthetic data.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cheat-proof: deterrence plus detection; records are tamper-evident.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 name matching; the live camera check is manual.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and risk model: synthetic cohorts only — no field accuracy.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measured yet: real WAN, power loss, low-end seat CPU (20k was one Mac, loopback).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WORM is simulated; the sign-off key is a DEV key (HSM on roadmap).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 is Built but on the same host as control, so not independent custody yet; pinned TLS is planned.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docs/threat-model.md, docs/claims-ledger.md ("Claims we deliberately don't make").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numbers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383280"/>
                <a:gridCol w="17373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5B64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(docs/evidence/)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 latency, relay to cell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 44 ms · p99 168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stage7-load.txt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Stored / rejected (20k cohort)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227,882 entries · 0 rejected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stage7-load.txt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Candidates unlocked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19,803 / 19,803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stage7-load.txt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Relay traffic per candidate-hour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≈1.06 MB (60 s window extrapolated)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stage7-load.txt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Seat CPU / RSS (Node main process)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 median · 166 MiB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stage7-load.txt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Chaos drill, 20 runs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of 16,000 answers lost · RTO medians 0.96–1.23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stage8-chaos.txt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Apple M5 Mac, 3 real cells on loopback, 99 simulated centres, synthetic cohort. Seat figures cover the Node main process only; not real WAN.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protocol, not a product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conformance kit in NTA's RFP: any vendor's seat, relay or cell must pass the same chaos and tamper tests.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RACI: NTA owns policy, keys and decisions; NIC runs control and cells; vendors run centres; witnesses sit outside the operational path.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 under the GoI open-source policy.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Rollout: shadow mode on a small NTA exam → relays and cells → mandate.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AA6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docs/plan.md §6 Close and §7 item 12. Cost per candidate is not yet measured (Stage 7), so it is not shown.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12 focus areas, traced to code and tests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30175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Real-time monitoring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Early failure prediction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Candidate communication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Incident detection &amp; escalation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Re-conduct decision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Backup and DR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Fairness when disrupted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Tamper-evident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Audit trail &amp;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Suspicious patterns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07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AI systemic-risk analytics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8A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7548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docs/traceability.md summary table. * witness Built, but on the same host as control (not independent custody). "Partly" rows name their remaining stage there.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2026-09-29T02:56:40Z</dcterms:created>
  <dcterms:modified xsi:type="dcterms:W3CDTF">2026-09-29T02:56:40Z</dcterms:modified>
</cp:coreProperties>
</file>