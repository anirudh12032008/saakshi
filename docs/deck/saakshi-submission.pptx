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Noto Sans Devanagari" pitchFamily="34" charset="0"/>
                <a:ea typeface="Noto Sans Devanagari" pitchFamily="34" charset="-122"/>
                <a:cs typeface="Noto Sans Devanagari" pitchFamily="34" charset="-120"/>
              </a:rPr>
              <a:t>साक्षी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Saakshi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resilient, provable computer-based testing ecosystem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7432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54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Challenge 6  ·  Solution submission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"We can't promise zero failures. We make every failure recoverable, contained, provable."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SOLUTION SYNOPSIS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Saakshi ("witness") is trust infrastructure for India's high-stakes computer-based exams (JEE, NEET from 2027, CUET). Every answer is signed and hash-chained at the seat, end-to-end encrypted to the data centre, and countersigned on arrival, so no one in between can read, alter or lose it without leaving proof.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938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45059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the machine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97180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 gate before T0; kernel-level monitoring (anti-cheat style) to catch VMs and relay software.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2377440"/>
            <a:ext cx="1938528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245059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every answer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97180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Signer + reader signatures on a git-like hash chain; end-to-end encryption the centre cannot open.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2377440"/>
            <a:ext cx="193852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245059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 every failure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297180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Relays buffer through crashes and outages; a cluster of 3 data-centre cells rebuilds itself.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11696" y="2377440"/>
            <a:ext cx="1938528" cy="16916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1424" y="245059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fairly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2971800"/>
            <a:ext cx="17190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locates tampering and harm, so only the affected candidates are re-tested.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Kernel-level monitoring is the next phase; today's gate detects by process/window name and a VM score. See slide 7.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SOLUTION SYNOPSIS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258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/ 16,000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8288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lost across 20 chaos runs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2344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70048" y="13258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2670048" y="18288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recovery time after killing or wiping a cell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73168" y="13258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/ 1,000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73168" y="18288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one-byte tamper edits located to their entry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76288" y="132588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19,803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876288" y="182880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unlocked in a 20k load run (of 19,803)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56032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NTA (policy, keys, decisions), NIC (data centres), exam vendors (centres), independent witnesses.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app, untrusted centre relay, 3-cell data-centre cluster, control, witness; open protocol v1.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prototype, tested on macOS and Windows CI; all 12 challenge focus areas traced to code and tests.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Ask: </a:t>
            </a:r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shadow-mode pilot on one small NTA exam, then a conformance kit written into the CBT vendor RFP.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docs/evidence/stage8-chaos.txt, stage0-tamper-lab.txt, stage7-load.txt; docs/traceability.md. One Mac, loopback, synthetic cohort.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SOLUTION PRESENTATION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 five parts, each distrusting the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78308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5331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00784"/>
            <a:ext cx="15636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PC app.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Signs + chains every answer; works offline.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267712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783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135331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relay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15768" y="1700784"/>
            <a:ext cx="15636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Untrusted. Stores and forwards sealed envelopes; cannot read.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416552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1783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64608" y="135331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×3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1700784"/>
            <a:ext cx="15636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Data-centre cluster. Opens, verifies, countersigns.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17830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903720" y="1280160"/>
            <a:ext cx="17830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13448" y="135331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013448" y="1700784"/>
            <a:ext cx="156362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Custody, incidents, Merkle register, audit, analytics.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2926080"/>
            <a:ext cx="1783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7013448" y="299923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Witness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3346704"/>
            <a:ext cx="1563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co-signer of the register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2926080"/>
            <a:ext cx="6217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get WhatsApp-style ticks: ✓ saved on seat, ✓✓ relay has it, blue ✓✓ data centre countersigned.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papers sit encrypted on disk; any 2 of 3 custodians (NTA, NIC, observer) release the key.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failure anywhere is contained to its own part and recovered from the parts around it.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README.md architecture; docs/plan.md §2.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SOLUTION PRESENTATION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Approach: the path of one answer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188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clicks B on Q17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18872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signs the entry header, links it to the previous entry's hash, encrypts the body to the cell, fsyncs.  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76479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receives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764792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signature and chain, stores durably, acks. It never sees "B".  ✓✓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86584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34086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reads and countersigns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340864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Decrypts, checks the body commitment, commits, returns a signed ack.  blue ✓✓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62656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2962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291693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submits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2916936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shows a receipt code at once, even offline; the cell countersigns it later.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38728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49300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closes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429000" y="3493008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Entries go into a Merkle register; control signs the tree head; the witness co-signs it.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11480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06908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verifies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429000" y="4069080"/>
            <a:ext cx="5257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opens /verify offline: "Q17: record says C, the seat committed B" if anyone edited it.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docs/plan.md "Path of one answer"; docs/protocol-v1.md.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PROBLEM STATEMENT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problems with current CBT (JEE)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07592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layer-zero monitoring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55064"/>
            <a:ext cx="37581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run in user space. A virtual machine or specialised relay software underneath the exam is invisible to 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468880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embed is vulnerable to backdoors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816352"/>
            <a:ext cx="37581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embedded web client inherits the browser's attack surface: injected scripts, debug ports, patched pages.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557016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630168"/>
            <a:ext cx="3758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AES encryption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977640"/>
            <a:ext cx="37581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Symmetric keys shared along the chain protect secrecy only; nothing proves who wrote or who read a record.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 today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64592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 Main 2025: a candidate's pop-up said 46 attempted, the response sheet said 29. It went to the Delhi High Court: their word against the vendor's PDF.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CUET-UG 2026: a vendor-side glitch delayed a shift; 3,765 candidates needed a re-test.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NEET-UG 2026: cancelled after a leak for ~22.7 lakh candidates; NEET moves to CBT from 2027.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candidate can check their own recorded answers.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docs/research.md [2], [6], [10]. Left column: team analysis of the current CBT stack.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PROPOSED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problem, and how Saakshi answers it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Saakshi's answer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layer-zero monitoring (VM, relay software)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Kernel-level monitoring, like a game anti-cheat, under a pre-exam gate that already blocks named tools and scores VMs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built; kernel next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embed open to backdoors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Native, fused seat app that refuses --inspect and remote-debugging; signed integrity policy; the network path is untrusted by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AES encryption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encryption plus signer + reader signatures on a git-like hash chain (GPG-style signed commits)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crashes, network drops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Relay-based store-and-forward: seat journal → centre relay → cell; resume on any seat; offline unlock 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failure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Cluster of 3 independent data-centre cells; a wiped cell rebuilds from the relays with nothing lost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 cannot check the record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Receipt code at submit, offline /verify page, Merkle register co-signed by a witness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docs/threat-model.md, docs/claims-ledger.md, .github/workflows/windows.yml (fuse check).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INNOVATION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0759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Signer + reader signatures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5506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answer is signed by the seat that wrote it and countersigned by the cell that read it, chained like git commits. Forgery or silent edits break the chain at a named entry.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130759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Kernel-level exam monitoring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65506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Anti-cheat techniques from online gaming applied to exams: see VMs, hooks and relay software below the app, not just process names.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04495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Candidate-verifiable receipts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39242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UPI-style receipt code at submit and an 84 KB offline /verify page. No production CBT gives candidates this.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304495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from evidence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339242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published rule re-tests only harmed candidates. Past history can corroborate a flag, never create one.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docs/research.md (no production CBT uses verifiable-exam protocols); claims-ledger T1, T5, T9–T11, D4–D6.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DIFFERENTIATION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CBT vs Saakshi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2004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 CBT (JEE)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Saakshi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 monitoring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User-space checks; VM and relay software can hide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Pre-exam gate now; kernel-level monitor next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 client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embed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fused app; debugging refused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Encryption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AES; keys shared along the chain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to the cell; relay cannot read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of each answer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visible to the candidate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 signature + cell countersignature, hash-chained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outage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Centre server syncs later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Relay buffers; offline unlock code; outage predicted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Server failure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data-centre path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3-cell cluster, rebuild from relays, 0 lost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Disputed response sheet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Candidate's word vs vendor PDF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Receipt + offline /verify names the edited question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Re-exam decision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 hoc, often everyone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rule; only the harmed are re-tested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Current-CBT column: docs/research.md (TCS iON AEC model, JEE Main 2025) and team analysis.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IMPACT &amp; BENEFITS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benefits, and how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0759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65506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acknowledged answer is ever lost. Each can verify their own record. No one is re-tested for someone else's failure; time lost is credited.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130759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(NTA, courts)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773168" y="165506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Court-ready evidence pack and audit trail, in time for the 5-month investigate-and-try window of the 2026 Amendment Bill.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04495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39242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Contained re-tests instead of nationwide ones save exam fees, travel and months of delay for lakhs of families.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4023360" cy="160020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73168" y="3044952"/>
            <a:ext cx="3803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&amp; educational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73168" y="3392424"/>
            <a:ext cx="380390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in exams restored. Look-alike groups (Hindi-medium, PwD, improvers) are protected; notices in English, Hindi and Tamil.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docs/research.md; claims-ledger D4–D6, D17 (HI/TA notices are machine drafts pending native review).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IMPACT &amp; BENEFITS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impact on a 20,000-candidate exam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Re-tested 225  ·  Re-conducted 3 centres  ·  Spared 18,994  ·  ₹ avoided 2,84,91,000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19,811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4231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candidates in the run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8288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24231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flags, each with a stated reason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288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773168" y="24231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candidates wrongly flagged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828800"/>
            <a:ext cx="19202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76288" y="1920240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813 / 1,563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76288" y="2423160"/>
            <a:ext cx="1700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took the blanket 2024 NEET re-test offered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evidence, every incident escalates to "re-test everyone"; in 2024 only about half of those offered a re-test took it.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Saakshi, a named human signs off a decision backed by per-candidate evidence.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docs/evidence/stage6-act5-full.txt. Synthetic cohort; ₹1,500 per candidate is an illustrative policy value.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IMPLEMENTATION PLAN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554480" cy="2514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5331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seat, relay, 3-cell cluster, control, witness. macOS + Windows CI.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139696" y="128016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9424" y="135331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231136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231136" y="20574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beside the live system on one small NTA exam; compare records, measure real WAN.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22192" y="128016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931920" y="135331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0574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Kernel-level monitor, HSM-held keys, pinned TLS, WORM archive, independent witness.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04688" y="128016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14416" y="135331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596128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596128" y="20574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Relays at every centre, cell cluster at NIC data centres; NEET-size load test.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87184" y="128016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296912" y="1353312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78624" y="1691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278624" y="205740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kit in the CBT vendor RFP: any vendor must pass the same tests.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NTA owns policy, keys and decisions · NIC runs control and cells · vendors run centres · witnesses sit outside the operational path.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docs/plan.md §6–§7; README.md "Limits and roadmap".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FEASIBILITY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can be implemented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today's centre PCs: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uses 2.3% median CPU and 166 MiB.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cryptography: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SHA-256, ECDSA P-256, ECDH, XChaCha20-Poly1305, RFC 9162 Merkle proofs.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Apache-2.0 (GoI open-source policy); frozen protocol with golden test vectors.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policy direction: </a:t>
            </a:r>
            <a:pPr indent="0" marL="0">
              <a:spcAft>
                <a:spcPts val="7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two-key paper release matches the Nilekani task force; NEET moves to CBT in 2027.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37760" y="1234440"/>
          <a:ext cx="37490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Kernel driver signing and stability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Microsoft/Apple signing programmes; staged rollout in shadow mode first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is a single point at T0 release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Replicate control; offline unlock code already works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WAN differs from lab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 measures throughput and recovery on real links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tuned on synthetic data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 pilot; humans decide every flag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docs/evidence/stage7-load.txt; docs/protocol-v1.md; docs/research.md [3]; docs/threat-model.md.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TECHNOLOGY ARCHITECTURE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technology choices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7432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Electron + React exam app, fused build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Signed journal (fsync), offline mode, integrity probes, on-device face presence; kernel monitor (next)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Centre relay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 server, MODE=relay, SQLite (WAL, full fsync)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Untrusted store-and-forward; invigilator console; spare relay takes over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Cell cluster ×3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 server, MODE=cell, sharded by centre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Decrypt, verify chain, group commit, countersign; REBUILDING from relays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 server, MODE=control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Custody release, incidents, Merkle register (STH), audit, evidence pack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Bun server, MODE=witness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Co-signs only register heads with a valid consistency proof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(numpy, scipy, networkx)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Cheating radar, decision engine; reads the cells' own export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docs/plan.md §2; README.md. Web UIs (control, console, custodian, status, /verify) are one Vite/React build.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TECHNICAL APPROACH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encryption with signer + reader hash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353312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n-1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00784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h(n-1)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627632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874520" y="1280160"/>
            <a:ext cx="1188720" cy="8686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984248" y="1353312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984248" y="1700784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 = h(n-1)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44952" y="1508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91840" y="1280160"/>
            <a:ext cx="11887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1353312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n+1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01568" y="1700784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 = h(n)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240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git: each entry commits to the one before it.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5176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Signer: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 signs each header with its own key (ECDSA P-256), like a GPG-signed commit.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countersigns the entry hash it opened and verified: proof of who read it.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sealed to the cell (ECDH + HKDF + XChaCha20-Poly1305); the relay carries ciphertext.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Register: </a:t>
            </a:r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Merkle tree head signed by control, co-signed by the witness.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and redundancy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164592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sharded by centre: each is its own failure domain.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cell can be killed or wiped and rebuilt from relays: sent = verified = stored.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dies → spare relay; seats resync from their journals.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→ cell ingest: p50 44 ms, p99 168 ms; 227,882 entries stored, 0 rejected at 20k candidates.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live outside databases; a wiped cell's old acks stay valid.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docs/protocol-v1.md §3–§7, addendum B; docs/evidence/stage7-load.txt, stage8-chaos.txt.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PROTOTYPE / DEMO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live demo acts on real processes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10896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do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Before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 runs AnyDesk and an overlay tool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 names both and blocks; green once closed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T0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 Centre 42's link, release paper keys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2-of-3 custodians; phoned code unlocks only Centre 42; forged key 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During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 and wipe a data-centre cell; force-quit a seat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Candidates keep answering; rebuilt with 0 lost; seat resumes elsewhere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After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Insider edits an answer in the cell database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Audit locates it; /verify: "Q17: record says C, the seat committed B"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· Decide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 on the cells' own export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harmed candidates re-tested; human sign-off verified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docs/evidence/stage5-act1.txt, stage8-act2.txt, stage4-act3.txt, stage0-tamper-lab.txt, stage6-act5-full.txt.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· PROOF OF CONCEPT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numbers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66160"/>
                <a:gridCol w="1920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(docs/evidence/)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Ingest latency, relay to cell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p50 44 ms · p99 168 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stage7-load.txt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Stored / rejected at 20k candidates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227,882 entries · 0 rejected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stage7-load.txt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Candidates unlocked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19,803 / 19,803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stage7-load.txt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Chaos drill, 20 runs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of 16,000 answers lost · RTO medians 0.96–1.23 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stage8-chaos.txt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Offline-start 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 candidates, 7 centres, 6,586 entries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stage8-act2.txt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Tamper lab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1,000 / 1,000 byte flips located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stage0-tamper-lab.txt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Windows CI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Packaged seat end-to-end; renamed AnyDesk.exe blocked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stage5-gate-selftest.json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Apple M5 Mac, 3 real cells on loopback, 99 simulated centres, synthetic cohort. Not real WAN.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WHY SELECT THIS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97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reasons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18872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Built, not drawn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1887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system with tests, CI on Windows and five scripted live demos. Break anything and watch it recover.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37944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89280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189280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claim is cited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189280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number traces to an evidence file; limits are written down in a claims ledger and threat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59689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59689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the real failures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2596896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JEE's response-sheet dispute, CUET's vendor glitch, NEET's blanket re-test: each maps to a built feature.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30098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30098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protocol, not a product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3300984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Open, frozen spec with a conformance kit. NTA can hold any vendor to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50208"/>
            <a:ext cx="82296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05072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400507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all 12 focus areas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657600" y="400507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to AI risk analytics: 7 built, 5 partly built, each traced to code and tests.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7316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docs/traceability.md, docs/claims-ledger.md, docs/threat-model.md.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· WHY SELECT THIS SOLUTION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can't promise zero failures.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make every failure recoverable, contained, provable.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23774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Recoverable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acknowledged answer is ever lost.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91840" y="2788920"/>
            <a:ext cx="23774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harmed are re-tested.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2788920"/>
            <a:ext cx="23774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Provable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candidate can verify their record.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ask: a shadow-mode pilot on one NTA exam, and the Saakshi conformance kit in the next CBT vendor RFP.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4773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Saakshi: a resilient, provable CBT ecosystem</dc:title>
  <dc:subject>PptxGenJS Presentation</dc:subject>
  <dc:creator>PptxGenJS</dc:creator>
  <cp:lastModifiedBy>PptxGenJS</cp:lastModifiedBy>
  <cp:revision>1</cp:revision>
  <dcterms:created xsi:type="dcterms:W3CDTF">2026-09-30T09:54:50Z</dcterms:created>
  <dcterms:modified xsi:type="dcterms:W3CDTF">2026-09-30T09:54:50Z</dcterms:modified>
</cp:coreProperties>
</file>